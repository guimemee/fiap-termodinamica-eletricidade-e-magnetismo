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3"/>
  </p:sldMasterIdLst>
  <p:notesMasterIdLst>
    <p:notesMasterId r:id="rId10"/>
  </p:notesMasterIdLst>
  <p:handoutMasterIdLst>
    <p:handoutMasterId r:id="rId11"/>
  </p:handoutMasterIdLst>
  <p:sldIdLst>
    <p:sldId id="298" r:id="rId4"/>
    <p:sldId id="297" r:id="rId5"/>
    <p:sldId id="283" r:id="rId6"/>
    <p:sldId id="292" r:id="rId7"/>
    <p:sldId id="284" r:id="rId8"/>
    <p:sldId id="296" r:id="rId9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5A53CC-1F31-41AA-8E59-0D8CD76702E2}" v="44" dt="2023-06-03T00:53:46.906"/>
  </p1510:revLst>
</p1510:revInfo>
</file>

<file path=ppt/tableStyles.xml><?xml version="1.0" encoding="utf-8"?>
<a:tblStyleLst xmlns:a="http://schemas.openxmlformats.org/drawingml/2006/main" def="{073A0DAA-6AF3-43AB-8588-CEC1D06C72B9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574" autoAdjust="0"/>
  </p:normalViewPr>
  <p:slideViewPr>
    <p:cSldViewPr snapToGrid="0">
      <p:cViewPr varScale="1">
        <p:scale>
          <a:sx n="159" d="100"/>
          <a:sy n="159" d="100"/>
        </p:scale>
        <p:origin x="282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0" d="100"/>
          <a:sy n="90" d="100"/>
        </p:scale>
        <p:origin x="3744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9696519-77A5-42E9-9F7C-68841B76CE9F}" type="datetime1">
              <a:rPr lang="pt-BR" smtClean="0"/>
              <a:t>02/06/2023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E01C0E-6041-40BD-877C-FB9FBD0CE1C9}" type="datetime1">
              <a:rPr lang="pt-BR" smtClean="0"/>
              <a:pPr/>
              <a:t>02/06/2023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dirty="0"/>
              <a:t>Editar estilos de texto Mestre</a:t>
            </a:r>
          </a:p>
          <a:p>
            <a:pPr lvl="1" rtl="0"/>
            <a:r>
              <a:rPr lang="pt-BR" dirty="0"/>
              <a:t>Segundo nível</a:t>
            </a:r>
          </a:p>
          <a:p>
            <a:pPr lvl="2" rtl="0"/>
            <a:r>
              <a:rPr lang="pt-BR" dirty="0"/>
              <a:t>Terceiro nível</a:t>
            </a:r>
          </a:p>
          <a:p>
            <a:pPr lvl="3" rtl="0"/>
            <a:r>
              <a:rPr lang="pt-BR" dirty="0"/>
              <a:t>Quarto nível</a:t>
            </a:r>
          </a:p>
          <a:p>
            <a:pPr lvl="4" rtl="0"/>
            <a:r>
              <a:rPr lang="pt-BR" dirty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530193B-564F-4854-8A52-728F3FB19C85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5012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de título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Espaço Reservado para Imagem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588" cy="6804025"/>
          </a:xfrm>
          <a:solidFill>
            <a:schemeClr val="bg1">
              <a:lumMod val="85000"/>
            </a:schemeClr>
          </a:solidFill>
        </p:spPr>
        <p:txBody>
          <a:bodyPr tIns="1728000" rtlCol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pt-BR" dirty="0"/>
              <a:t>Insira ou Arraste e Solte sua Foto Aqui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0400" y="2811053"/>
            <a:ext cx="8991600" cy="1261295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lnSpc>
                <a:spcPct val="120000"/>
              </a:lnSpc>
              <a:defRPr lang="en-ZA" sz="4400" b="1" spc="-300" dirty="0"/>
            </a:lvl1pPr>
          </a:lstStyle>
          <a:p>
            <a:pPr lvl="0" algn="r" rtl="0"/>
            <a:r>
              <a:rPr lang="pt-BR" dirty="0"/>
              <a:t>Clique para editar o título da apresentação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00400" y="4061039"/>
            <a:ext cx="6580188" cy="580921"/>
          </a:xfrm>
          <a:solidFill>
            <a:schemeClr val="tx1">
              <a:alpha val="80000"/>
            </a:schemeClr>
          </a:solidFill>
        </p:spPr>
        <p:txBody>
          <a:bodyPr vert="horz" lIns="180000" tIns="180000" rIns="180000" bIns="180000" rtlCol="0">
            <a:noAutofit/>
          </a:bodyPr>
          <a:lstStyle>
            <a:lvl1pPr marL="0" indent="0" algn="r">
              <a:buNone/>
              <a:defRPr lang="en-ZA" dirty="0">
                <a:solidFill>
                  <a:schemeClr val="bg1"/>
                </a:solidFill>
              </a:defRPr>
            </a:lvl1pPr>
          </a:lstStyle>
          <a:p>
            <a:pPr marL="266700" lvl="0" indent="-266700" algn="ctr" rtl="0"/>
            <a:r>
              <a:rPr lang="pt-BR" dirty="0"/>
              <a:t>Clique para editar o estilo de subtítulo Mestre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269861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ivisor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Espaço Reservado para Imagem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588" cy="6371351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pt-BR" dirty="0"/>
              <a:t>Insira ou Arraste e Solte </a:t>
            </a:r>
            <a:br>
              <a:rPr lang="pt-BR" dirty="0"/>
            </a:br>
            <a:r>
              <a:rPr lang="pt-BR" dirty="0"/>
              <a:t>sua Foto Aqui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5700" y="2204792"/>
            <a:ext cx="5956300" cy="1944000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6000" b="1" spc="-300" dirty="0"/>
            </a:lvl1pPr>
          </a:lstStyle>
          <a:p>
            <a:pPr lvl="0" algn="r" rtl="0"/>
            <a:r>
              <a:rPr lang="pt-BR" dirty="0"/>
              <a:t>Clique para editar o divisor de seção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9E4D4535-D519-40ED-B8A4-2EA1276BB6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5700" y="4148860"/>
            <a:ext cx="5956300" cy="1100565"/>
          </a:xfrm>
          <a:solidFill>
            <a:schemeClr val="tx1">
              <a:alpha val="80000"/>
            </a:schemeClr>
          </a:solidFill>
        </p:spPr>
        <p:txBody>
          <a:bodyPr lIns="180000" tIns="180000" rIns="252000" bIns="180000" rtlCol="0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  <a:lvl2pPr marL="266700" indent="0" algn="r">
              <a:buNone/>
              <a:defRPr sz="1800">
                <a:solidFill>
                  <a:schemeClr val="bg1"/>
                </a:solidFill>
              </a:defRPr>
            </a:lvl2pPr>
            <a:lvl3pPr marL="542925" indent="0" algn="r">
              <a:buNone/>
              <a:defRPr sz="1800">
                <a:solidFill>
                  <a:schemeClr val="bg1"/>
                </a:solidFill>
              </a:defRPr>
            </a:lvl3pPr>
            <a:lvl4pPr marL="809625" indent="0" algn="r">
              <a:buNone/>
              <a:defRPr sz="1800">
                <a:solidFill>
                  <a:schemeClr val="bg1"/>
                </a:solidFill>
              </a:defRPr>
            </a:lvl4pPr>
            <a:lvl5pPr marL="1076325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dirty="0"/>
              <a:t>Clique para editar o estilo de subtítulo Mestre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dirty="0"/>
              <a:t>Adicionar um rodapé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524778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37159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ivisor 2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Espaço Reservado para Imagem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411412" y="0"/>
            <a:ext cx="9780588" cy="6371351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pt-BR" dirty="0"/>
              <a:t>Insira ou Arraste e Solte </a:t>
            </a:r>
            <a:br>
              <a:rPr lang="pt-BR" dirty="0"/>
            </a:br>
            <a:r>
              <a:rPr lang="pt-BR" dirty="0"/>
              <a:t>sua Foto Aqui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E473AB13-DFF9-4538-9907-E261659E0E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700" y="2156226"/>
            <a:ext cx="5958000" cy="1958400"/>
          </a:xfrm>
          <a:solidFill>
            <a:schemeClr val="bg1"/>
          </a:solidFill>
        </p:spPr>
        <p:txBody>
          <a:bodyPr lIns="252000" tIns="180000" rIns="180000" bIns="180000" rtlCol="0"/>
          <a:lstStyle>
            <a:lvl1pPr>
              <a:defRPr sz="6000" b="1" spc="-3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pt-BR" dirty="0"/>
              <a:t>Clique para editar o divisor de seção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9E4D4535-D519-40ED-B8A4-2EA1276BB6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110760"/>
            <a:ext cx="5956300" cy="1100565"/>
          </a:xfrm>
          <a:solidFill>
            <a:schemeClr val="tx1">
              <a:alpha val="80000"/>
            </a:schemeClr>
          </a:solidFill>
        </p:spPr>
        <p:txBody>
          <a:bodyPr lIns="252000" tIns="180000" rIns="180000" bIns="180000" rtlCol="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266700" indent="0" algn="r">
              <a:buNone/>
              <a:defRPr sz="1800">
                <a:solidFill>
                  <a:schemeClr val="bg1"/>
                </a:solidFill>
              </a:defRPr>
            </a:lvl2pPr>
            <a:lvl3pPr marL="542925" indent="0" algn="r">
              <a:buNone/>
              <a:defRPr sz="1800">
                <a:solidFill>
                  <a:schemeClr val="bg1"/>
                </a:solidFill>
              </a:defRPr>
            </a:lvl3pPr>
            <a:lvl4pPr marL="809625" indent="0" algn="r">
              <a:buNone/>
              <a:defRPr sz="1800">
                <a:solidFill>
                  <a:schemeClr val="bg1"/>
                </a:solidFill>
              </a:defRPr>
            </a:lvl4pPr>
            <a:lvl5pPr marL="1076325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dirty="0"/>
              <a:t>Clique para editar o estilo de subtítulo Mestre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dirty="0"/>
              <a:t>Adicionar um rodapé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0" y="5209682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pt-BR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82858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de Imagem de Tex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Imagem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-1"/>
            <a:ext cx="6096000" cy="6371351"/>
          </a:xfrm>
          <a:solidFill>
            <a:schemeClr val="bg1">
              <a:lumMod val="95000"/>
            </a:schemeClr>
          </a:solidFill>
        </p:spPr>
        <p:txBody>
          <a:bodyPr tIns="1584000" rtlCol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pt-BR" dirty="0"/>
              <a:t>Insira ou Arraste e Solte sua foto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1800" y="3802899"/>
            <a:ext cx="4648200" cy="985000"/>
          </a:xfrm>
          <a:solidFill>
            <a:schemeClr val="bg1"/>
          </a:solidFill>
        </p:spPr>
        <p:txBody>
          <a:bodyPr lIns="180000" tIns="180000" rIns="180000" bIns="180000" rtlCol="0"/>
          <a:lstStyle>
            <a:lvl1pPr algn="r">
              <a:defRPr sz="4200" b="1" spc="-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dirty="0"/>
              <a:t>Editar título da página</a:t>
            </a: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1800" y="4787900"/>
            <a:ext cx="4648200" cy="1162800"/>
          </a:xfrm>
          <a:solidFill>
            <a:schemeClr val="tx1">
              <a:alpha val="80000"/>
            </a:schemeClr>
          </a:solidFill>
        </p:spPr>
        <p:txBody>
          <a:bodyPr lIns="180000" tIns="180000" rIns="180000" bIns="180000" rtlCol="0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BR" dirty="0"/>
              <a:t>Subtítulo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2668686"/>
            <a:ext cx="5472000" cy="2999426"/>
          </a:xfrm>
        </p:spPr>
        <p:txBody>
          <a:bodyPr rtlCol="0"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PT"/>
              <a:t>Clique para editar os estilos do texto de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pt-BR" dirty="0"/>
              <a:t>Adicionar um rodapé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508F53F-6AA2-4060-904A-BC90211DC043}"/>
              </a:ext>
            </a:extLst>
          </p:cNvPr>
          <p:cNvSpPr/>
          <p:nvPr userDrawn="1"/>
        </p:nvSpPr>
        <p:spPr>
          <a:xfrm>
            <a:off x="9348588" y="3700775"/>
            <a:ext cx="2411412" cy="1148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50103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de Imagem de Tex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Imagem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-1"/>
            <a:ext cx="6096000" cy="6371351"/>
          </a:xfrm>
          <a:solidFill>
            <a:schemeClr val="bg1">
              <a:lumMod val="95000"/>
            </a:schemeClr>
          </a:solidFill>
        </p:spPr>
        <p:txBody>
          <a:bodyPr tIns="1584000" rtlCol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pt-BR" dirty="0"/>
              <a:t>Insira ou Arraste e Solte sua foto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8100" y="1869795"/>
            <a:ext cx="6641900" cy="1124345"/>
          </a:xfrm>
          <a:solidFill>
            <a:schemeClr val="bg1">
              <a:lumMod val="95000"/>
            </a:schemeClr>
          </a:solidFill>
        </p:spPr>
        <p:txBody>
          <a:bodyPr lIns="180000" tIns="180000" rIns="180000" bIns="180000" rtlCol="0"/>
          <a:lstStyle>
            <a:lvl1pPr algn="l">
              <a:defRPr sz="3900" b="1" spc="-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dirty="0"/>
              <a:t>Clique para editar o título da página</a:t>
            </a: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18334" y="2994141"/>
            <a:ext cx="6641626" cy="590155"/>
          </a:xfrm>
          <a:solidFill>
            <a:schemeClr val="tx1">
              <a:alpha val="80000"/>
            </a:schemeClr>
          </a:solidFill>
        </p:spPr>
        <p:txBody>
          <a:bodyPr lIns="180000" tIns="180000" rIns="180000" bIns="180000" rtlCol="0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BR" dirty="0"/>
              <a:t>Subtítulo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8000" y="3763648"/>
            <a:ext cx="5472000" cy="2428351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PT"/>
              <a:t>Clique para editar os estilos do texto de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pt-BR" dirty="0"/>
              <a:t>Adicionar um rodapé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A5285E0-8F27-49C4-AADF-92A3B72D41FD}"/>
              </a:ext>
            </a:extLst>
          </p:cNvPr>
          <p:cNvSpPr/>
          <p:nvPr userDrawn="1"/>
        </p:nvSpPr>
        <p:spPr>
          <a:xfrm>
            <a:off x="9775824" y="1762069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438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dirty="0"/>
              <a:t>Clique para editar o título da página</a:t>
            </a: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E4633398-8EC3-417B-BEA6-101D8F22467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BR" dirty="0"/>
              <a:t>Subtítulo</a:t>
            </a:r>
          </a:p>
        </p:txBody>
      </p:sp>
      <p:sp>
        <p:nvSpPr>
          <p:cNvPr id="3" name="Espaço Reservado para Comparação à Esquerda 1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5834"/>
            <a:ext cx="5472000" cy="360000"/>
          </a:xfrm>
        </p:spPr>
        <p:txBody>
          <a:bodyPr rtlCol="0" anchor="t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PT"/>
              <a:t>Clique para editar os estilos do texto de Modelo Global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2023668"/>
            <a:ext cx="5472000" cy="4168332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PT"/>
              <a:t>Clique para editar os estilos do texto de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pt-BR" dirty="0"/>
          </a:p>
        </p:txBody>
      </p:sp>
      <p:sp>
        <p:nvSpPr>
          <p:cNvPr id="12" name="Espaço Reservado para Comparação à Esquerda 2">
            <a:extLst>
              <a:ext uri="{FF2B5EF4-FFF2-40B4-BE49-F238E27FC236}">
                <a16:creationId xmlns:a16="http://schemas.microsoft.com/office/drawing/2014/main" id="{78A963F8-6F6E-440E-B3B3-DDE13C083A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0" y="1516359"/>
            <a:ext cx="5472000" cy="358775"/>
          </a:xfrm>
        </p:spPr>
        <p:txBody>
          <a:bodyPr rtlCol="0"/>
          <a:lstStyle>
            <a:lvl1pPr marL="0" indent="0">
              <a:buNone/>
              <a:defRPr sz="2400" b="1"/>
            </a:lvl1pPr>
          </a:lstStyle>
          <a:p>
            <a:pPr lvl="0" rtl="0"/>
            <a:r>
              <a:rPr lang="pt-PT"/>
              <a:t>Clique para editar os estilos do texto de Modelo Global</a:t>
            </a:r>
          </a:p>
        </p:txBody>
      </p:sp>
      <p:sp>
        <p:nvSpPr>
          <p:cNvPr id="8" name="Espaço reservado para texto 4">
            <a:extLst>
              <a:ext uri="{FF2B5EF4-FFF2-40B4-BE49-F238E27FC236}">
                <a16:creationId xmlns:a16="http://schemas.microsoft.com/office/drawing/2014/main" id="{DF0A5256-B267-47DA-858A-0F3867CB61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2020359"/>
            <a:ext cx="5472113" cy="4170891"/>
          </a:xfrm>
        </p:spPr>
        <p:txBody>
          <a:bodyPr rtlCol="0"/>
          <a:lstStyle/>
          <a:p>
            <a:pPr lvl="0" rtl="0"/>
            <a:r>
              <a:rPr lang="pt-PT"/>
              <a:t>Clique para editar os estilos do texto de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pt-BR" dirty="0"/>
              <a:t>Adicionar um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18733E7E-50D2-4F6C-9DF2-CF4C98C4B84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09955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Imagem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"/>
            <a:ext cx="12192000" cy="6371350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pt-BR" dirty="0"/>
              <a:t>Insira ou Arraste e Solte sua foto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0" y="5359400"/>
            <a:ext cx="5664000" cy="565899"/>
          </a:xfrm>
          <a:solidFill>
            <a:schemeClr val="tx1"/>
          </a:solidFill>
        </p:spPr>
        <p:txBody>
          <a:bodyPr lIns="180000" tIns="180000" rIns="180000" bIns="180000" rtlCol="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dirty="0"/>
              <a:t>Insira sua legenda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pt-BR" dirty="0"/>
              <a:t>Adicionar um rodapé</a:t>
            </a:r>
          </a:p>
        </p:txBody>
      </p:sp>
      <p:sp>
        <p:nvSpPr>
          <p:cNvPr id="2" name="Espaço Reservado para o Número do Slide 1">
            <a:extLst>
              <a:ext uri="{FF2B5EF4-FFF2-40B4-BE49-F238E27FC236}">
                <a16:creationId xmlns:a16="http://schemas.microsoft.com/office/drawing/2014/main" id="{8B3D119C-DBF5-4B4F-BE38-7BD7B5C8A5D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7F8E7C83-06D7-4C5B-85B7-0E5713B4FA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dirty="0"/>
              <a:t>Clique para editar o estilo do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987784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Espaço Reservado para Imagem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102" cy="6804025"/>
          </a:xfrm>
          <a:solidFill>
            <a:schemeClr val="bg1">
              <a:lumMod val="85000"/>
            </a:schemeClr>
          </a:solidFill>
        </p:spPr>
        <p:txBody>
          <a:bodyPr tIns="0"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pt-BR" dirty="0"/>
              <a:t>Insira ou Arraste e Solte sua Foto Aqui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58200" y="2798354"/>
            <a:ext cx="3733800" cy="1013684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6000" b="1" spc="-300" dirty="0"/>
            </a:lvl1pPr>
          </a:lstStyle>
          <a:p>
            <a:pPr lvl="0" algn="r" rtl="0"/>
            <a:r>
              <a:rPr lang="pt-BR" dirty="0"/>
              <a:t>Obrigado</a:t>
            </a:r>
          </a:p>
        </p:txBody>
      </p:sp>
      <p:sp>
        <p:nvSpPr>
          <p:cNvPr id="9" name="Espaço Reservado para Texto 5">
            <a:extLst>
              <a:ext uri="{FF2B5EF4-FFF2-40B4-BE49-F238E27FC236}">
                <a16:creationId xmlns:a16="http://schemas.microsoft.com/office/drawing/2014/main" id="{52FA7FC9-E40E-4144-84E4-34E3722E9A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58200" y="3957705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BR" dirty="0"/>
              <a:t>Nome completo</a:t>
            </a:r>
          </a:p>
        </p:txBody>
      </p:sp>
      <p:sp>
        <p:nvSpPr>
          <p:cNvPr id="10" name="Espaço Reservado para Texto 6">
            <a:extLst>
              <a:ext uri="{FF2B5EF4-FFF2-40B4-BE49-F238E27FC236}">
                <a16:creationId xmlns:a16="http://schemas.microsoft.com/office/drawing/2014/main" id="{97289182-4FE6-4A18-9775-4588D5801C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58200" y="4306722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BR" dirty="0"/>
              <a:t>Número do telefone</a:t>
            </a:r>
          </a:p>
        </p:txBody>
      </p:sp>
      <p:sp>
        <p:nvSpPr>
          <p:cNvPr id="11" name="Espaço Reservado para Texto 7">
            <a:extLst>
              <a:ext uri="{FF2B5EF4-FFF2-40B4-BE49-F238E27FC236}">
                <a16:creationId xmlns:a16="http://schemas.microsoft.com/office/drawing/2014/main" id="{BD4E94C7-6CAF-4FEE-9E02-D3D3A2AC5E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58200" y="4655739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lnSpc>
                <a:spcPct val="70000"/>
              </a:lnSpc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BR" dirty="0"/>
              <a:t>Contato por </a:t>
            </a:r>
            <a:r>
              <a:rPr lang="pt-BR" dirty="0" err="1"/>
              <a:t>Email</a:t>
            </a:r>
            <a:r>
              <a:rPr lang="pt-BR" dirty="0"/>
              <a:t> ou Mídia Social</a:t>
            </a:r>
          </a:p>
        </p:txBody>
      </p:sp>
      <p:sp>
        <p:nvSpPr>
          <p:cNvPr id="12" name="Espaço Reservado para Texto 8">
            <a:extLst>
              <a:ext uri="{FF2B5EF4-FFF2-40B4-BE49-F238E27FC236}">
                <a16:creationId xmlns:a16="http://schemas.microsoft.com/office/drawing/2014/main" id="{0DE421A3-3C59-48FC-BC3B-007ADFBEB4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58200" y="5004756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BR" dirty="0"/>
              <a:t>Site da empresa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8458200" y="2685912"/>
            <a:ext cx="3733800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222FB6A7-1E80-487C-93E6-DCAA8751EF2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49663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dirty="0"/>
              <a:t>Clique para editar o título da página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E97A9A62-1AA6-47A9-A1A0-54196823744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BR" dirty="0"/>
              <a:t>Subtítulo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PT"/>
              <a:t>Clique para editar os estilos do texto de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pt-BR" dirty="0"/>
              <a:t>Adicionar um rodapé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C8DE0AAD-6FBD-416B-A91A-21F2B737919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dirty="0"/>
              <a:t>Clique para editar o título da página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7DEBF36F-ADC5-48FF-BFAF-3BED06924FD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BR" dirty="0"/>
              <a:t>Subtítulo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512000"/>
            <a:ext cx="5472000" cy="4680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PT"/>
              <a:t>Clique para editar os estilos do texto de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pt-BR" dirty="0"/>
          </a:p>
        </p:txBody>
      </p:sp>
      <p:sp>
        <p:nvSpPr>
          <p:cNvPr id="6" name="Espaço Reservado para Texto 4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1511250"/>
            <a:ext cx="5472113" cy="4680000"/>
          </a:xfrm>
        </p:spPr>
        <p:txBody>
          <a:bodyPr rtlCol="0"/>
          <a:lstStyle/>
          <a:p>
            <a:pPr lvl="0" rtl="0"/>
            <a:r>
              <a:rPr lang="pt-PT"/>
              <a:t>Clique para editar os estilos do texto de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pt-BR" dirty="0"/>
              <a:t>Adicionar um rodapé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dirty="0"/>
              <a:t>Clique para editar o título da página</a:t>
            </a: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F94EB5D3-F8CB-4E76-8D7E-FF441818EEC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BR" dirty="0"/>
              <a:t>Subtítulo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3600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PT"/>
              <a:t>Clique para editar os estilos do texto de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01550" y="1511476"/>
            <a:ext cx="3600450" cy="4679249"/>
          </a:xfrm>
        </p:spPr>
        <p:txBody>
          <a:bodyPr rtlCol="0"/>
          <a:lstStyle/>
          <a:p>
            <a:pPr lvl="0" rtl="0"/>
            <a:r>
              <a:rPr lang="pt-PT"/>
              <a:t>Clique para editar os estilos do texto de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pt-BR" dirty="0"/>
          </a:p>
        </p:txBody>
      </p:sp>
      <p:sp>
        <p:nvSpPr>
          <p:cNvPr id="11" name="Espaço Reservado para Texto 5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71550" y="1511475"/>
            <a:ext cx="3600450" cy="4679250"/>
          </a:xfrm>
        </p:spPr>
        <p:txBody>
          <a:bodyPr rtlCol="0"/>
          <a:lstStyle/>
          <a:p>
            <a:pPr lvl="0" rtl="0"/>
            <a:r>
              <a:rPr lang="pt-PT"/>
              <a:t>Clique para editar os estilos do texto de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D4BCA97-F31B-451D-82F8-6E000DF2118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pt-BR" dirty="0"/>
              <a:t>Adicionar um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0817AAC4-A657-4D75-A527-0307AFF2B17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dirty="0"/>
              <a:t>Clique para editar o título da página</a:t>
            </a: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9D7ACCB5-9A86-4F46-89E2-B79F48C9EC1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BR" dirty="0"/>
              <a:t>Subtítulo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2160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PT"/>
              <a:t>Clique para editar os estilos do texto de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26412" y="1512000"/>
            <a:ext cx="2160588" cy="4679250"/>
          </a:xfrm>
        </p:spPr>
        <p:txBody>
          <a:bodyPr rtlCol="0"/>
          <a:lstStyle/>
          <a:p>
            <a:pPr lvl="0" rtl="0"/>
            <a:r>
              <a:rPr lang="pt-PT"/>
              <a:t>Clique para editar os estilos do texto de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pt-BR" dirty="0"/>
          </a:p>
        </p:txBody>
      </p:sp>
      <p:sp>
        <p:nvSpPr>
          <p:cNvPr id="13" name="Espaço Reservado para Texto 5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21412" y="1512000"/>
            <a:ext cx="2160588" cy="4679250"/>
          </a:xfrm>
        </p:spPr>
        <p:txBody>
          <a:bodyPr rtlCol="0"/>
          <a:lstStyle/>
          <a:p>
            <a:pPr lvl="0" rtl="0"/>
            <a:r>
              <a:rPr lang="pt-PT"/>
              <a:t>Clique para editar os estilos do texto de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pt-BR" dirty="0"/>
          </a:p>
        </p:txBody>
      </p:sp>
      <p:sp>
        <p:nvSpPr>
          <p:cNvPr id="15" name="Espaço Reservado para Texto 6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16412" y="1507535"/>
            <a:ext cx="2160588" cy="4679250"/>
          </a:xfrm>
        </p:spPr>
        <p:txBody>
          <a:bodyPr rtlCol="0"/>
          <a:lstStyle/>
          <a:p>
            <a:pPr lvl="0" rtl="0"/>
            <a:r>
              <a:rPr lang="pt-PT"/>
              <a:t>Clique para editar os estilos do texto de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pt-BR" dirty="0"/>
          </a:p>
        </p:txBody>
      </p:sp>
      <p:sp>
        <p:nvSpPr>
          <p:cNvPr id="17" name="Espaço Reservado para Texto 7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11412" y="1507535"/>
            <a:ext cx="2160588" cy="4683715"/>
          </a:xfrm>
        </p:spPr>
        <p:txBody>
          <a:bodyPr rtlCol="0"/>
          <a:lstStyle/>
          <a:p>
            <a:pPr lvl="0" rtl="0"/>
            <a:r>
              <a:rPr lang="pt-PT"/>
              <a:t>Clique para editar os estilos do texto de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D09234E-176D-4BBF-9391-7B6F018C51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r>
              <a:rPr lang="pt-BR" dirty="0"/>
              <a:t>Adicionar um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009ABD5E-B8F1-4246-B167-09138760AD7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dirty="0"/>
              <a:t>Clique para editar o título da página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10727B06-56A8-44A2-B6C2-9ED183D107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BR" dirty="0"/>
              <a:t>Subtítulo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8CCB8C2-B6A2-4C69-8D3A-57420A034B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pt-BR" dirty="0"/>
              <a:t>Adicionar um rodapé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853CF994-8B2C-443F-B695-7378DD360DAA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pt-BR" dirty="0"/>
              <a:t>Adicionar um rodapé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90694D9D-C633-4D52-965E-E5BBD98830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dirty="0"/>
              <a:t>Clique para editar o estilo do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139767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3EB0D177-9AA4-42F4-9CD7-CD206217CA6D}"/>
              </a:ext>
            </a:extLst>
          </p:cNvPr>
          <p:cNvSpPr/>
          <p:nvPr userDrawn="1"/>
        </p:nvSpPr>
        <p:spPr>
          <a:xfrm>
            <a:off x="9780101" y="6371351"/>
            <a:ext cx="1979897" cy="4319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C825DB53-D610-4A40-AFDC-EBC47DB613CE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31" name="Forma livre: Forma 30">
            <a:extLst>
              <a:ext uri="{FF2B5EF4-FFF2-40B4-BE49-F238E27FC236}">
                <a16:creationId xmlns:a16="http://schemas.microsoft.com/office/drawing/2014/main" id="{C2B9A6A4-83D0-40B1-8B15-964C84BF0705}"/>
              </a:ext>
            </a:extLst>
          </p:cNvPr>
          <p:cNvSpPr/>
          <p:nvPr userDrawn="1"/>
        </p:nvSpPr>
        <p:spPr>
          <a:xfrm>
            <a:off x="0" y="6371351"/>
            <a:ext cx="9780102" cy="432000"/>
          </a:xfrm>
          <a:custGeom>
            <a:avLst/>
            <a:gdLst>
              <a:gd name="connsiteX0" fmla="*/ 0 w 9780102"/>
              <a:gd name="connsiteY0" fmla="*/ 0 h 432000"/>
              <a:gd name="connsiteX1" fmla="*/ 9780102 w 9780102"/>
              <a:gd name="connsiteY1" fmla="*/ 0 h 432000"/>
              <a:gd name="connsiteX2" fmla="*/ 9780102 w 9780102"/>
              <a:gd name="connsiteY2" fmla="*/ 432000 h 432000"/>
              <a:gd name="connsiteX3" fmla="*/ 0 w 9780102"/>
              <a:gd name="connsiteY3" fmla="*/ 432000 h 4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80102" h="432000">
                <a:moveTo>
                  <a:pt x="0" y="0"/>
                </a:moveTo>
                <a:lnTo>
                  <a:pt x="9780102" y="0"/>
                </a:lnTo>
                <a:lnTo>
                  <a:pt x="9780102" y="432000"/>
                </a:lnTo>
                <a:lnTo>
                  <a:pt x="0" y="432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8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rtl="0"/>
            <a:r>
              <a:rPr lang="pt-BR" dirty="0"/>
              <a:t>Clique para editar o título da página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2000"/>
            <a:ext cx="11328000" cy="467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rtl="0"/>
            <a:r>
              <a:rPr lang="pt-BR" dirty="0"/>
              <a:t>Editar estilos de texto Mestre</a:t>
            </a:r>
          </a:p>
          <a:p>
            <a:pPr lvl="1" rtl="0"/>
            <a:r>
              <a:rPr lang="pt-BR" dirty="0"/>
              <a:t>Segundo nível</a:t>
            </a:r>
          </a:p>
          <a:p>
            <a:pPr lvl="2" rtl="0"/>
            <a:r>
              <a:rPr lang="pt-BR" dirty="0"/>
              <a:t>Terceiro nível</a:t>
            </a:r>
          </a:p>
          <a:p>
            <a:pPr lvl="3" rtl="0"/>
            <a:r>
              <a:rPr lang="pt-BR" dirty="0"/>
              <a:t>Quarto nível</a:t>
            </a:r>
          </a:p>
          <a:p>
            <a:pPr lvl="4" rtl="0"/>
            <a:r>
              <a:rPr lang="pt-BR" dirty="0"/>
              <a:t>Quinto nível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439820"/>
            <a:ext cx="5664000" cy="295062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dirty="0"/>
              <a:t>Adicionar um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4" name="Caixa de texto 3">
            <a:extLst>
              <a:ext uri="{FF2B5EF4-FFF2-40B4-BE49-F238E27FC236}">
                <a16:creationId xmlns:a16="http://schemas.microsoft.com/office/drawing/2014/main" id="{34FDC6F9-37F9-4E25-AECA-D307B8421C73}"/>
              </a:ext>
            </a:extLst>
          </p:cNvPr>
          <p:cNvSpPr txBox="1"/>
          <p:nvPr userDrawn="1"/>
        </p:nvSpPr>
        <p:spPr>
          <a:xfrm>
            <a:off x="10243100" y="6422491"/>
            <a:ext cx="1053900" cy="380860"/>
          </a:xfrm>
          <a:prstGeom prst="rect">
            <a:avLst/>
          </a:prstGeom>
          <a:noFill/>
        </p:spPr>
        <p:txBody>
          <a:bodyPr wrap="square" tIns="108000" bIns="0" rtlCol="0" anchor="ctr">
            <a:spAutoFit/>
          </a:bodyPr>
          <a:lstStyle/>
          <a:p>
            <a:pPr algn="r" rtl="0">
              <a:lnSpc>
                <a:spcPts val="1000"/>
              </a:lnSpc>
            </a:pPr>
            <a:r>
              <a:rPr lang="pt-BR" sz="2500" b="1" i="0" spc="-100" dirty="0">
                <a:solidFill>
                  <a:schemeClr val="accent1"/>
                </a:solidFill>
                <a:latin typeface="+mj-lt"/>
              </a:rPr>
              <a:t>TREY</a:t>
            </a:r>
            <a:r>
              <a:rPr lang="pt-BR" sz="1600" b="1" i="0" spc="-100" dirty="0">
                <a:solidFill>
                  <a:schemeClr val="accent1"/>
                </a:solidFill>
                <a:latin typeface="+mj-lt"/>
              </a:rPr>
              <a:t> </a:t>
            </a:r>
            <a:br>
              <a:rPr lang="pt-BR" sz="1600" b="1" i="0" spc="-100" baseline="0" dirty="0">
                <a:solidFill>
                  <a:schemeClr val="accent1"/>
                </a:solidFill>
                <a:latin typeface="+mj-lt"/>
              </a:rPr>
            </a:br>
            <a:r>
              <a:rPr lang="pt-BR" sz="1200" b="0" i="0" spc="14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research</a:t>
            </a:r>
            <a:endParaRPr lang="pt-BR" sz="1200" b="0" i="0" spc="14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BC39664-EB8B-4A32-915A-D4308F79277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9B49670D-8F18-44A8-B217-67B412095C0D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030FA059-EC32-4FFF-9673-48849B2FA43A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6371351"/>
            <a:ext cx="12191999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58" r:id="rId4"/>
    <p:sldLayoutId id="2147483666" r:id="rId5"/>
    <p:sldLayoutId id="2147483659" r:id="rId6"/>
    <p:sldLayoutId id="2147483660" r:id="rId7"/>
    <p:sldLayoutId id="2147483664" r:id="rId8"/>
    <p:sldLayoutId id="2147483650" r:id="rId9"/>
    <p:sldLayoutId id="2147483652" r:id="rId10"/>
    <p:sldLayoutId id="2147483656" r:id="rId11"/>
    <p:sldLayoutId id="2147483657" r:id="rId12"/>
    <p:sldLayoutId id="2147483654" r:id="rId13"/>
    <p:sldLayoutId id="2147483655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spc="-15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Espaço Reservado para Imagem 11">
            <a:extLst>
              <a:ext uri="{FF2B5EF4-FFF2-40B4-BE49-F238E27FC236}">
                <a16:creationId xmlns:a16="http://schemas.microsoft.com/office/drawing/2014/main" id="{AA8A1CBA-9BB5-2246-9F4B-98EAD7C9015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5"/>
          <a:srcRect/>
          <a:stretch/>
        </p:blipFill>
        <p:spPr>
          <a:xfrm>
            <a:off x="9583152" y="1674151"/>
            <a:ext cx="2608848" cy="1203323"/>
          </a:xfr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02964" y="2804298"/>
            <a:ext cx="9189036" cy="798421"/>
          </a:xfrm>
        </p:spPr>
        <p:txBody>
          <a:bodyPr rtlCol="0"/>
          <a:lstStyle/>
          <a:p>
            <a:pPr algn="ctr" rtl="0">
              <a:lnSpc>
                <a:spcPct val="90000"/>
              </a:lnSpc>
            </a:pPr>
            <a:r>
              <a:rPr lang="pt-BR" sz="3600" b="0" i="0" cap="all" dirty="0">
                <a:solidFill>
                  <a:srgbClr val="E91C5D"/>
                </a:solidFill>
                <a:effectLst/>
                <a:latin typeface="Gotham HTF Bold"/>
              </a:rPr>
              <a:t>TERMODINÂMICA, ELETRICIDADE E MAGNETISMO</a:t>
            </a:r>
            <a:endParaRPr lang="pt-BR" sz="3600" dirty="0"/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4772945D-CA91-4CFE-8EB7-941C7618C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02964" y="3609474"/>
            <a:ext cx="6580188" cy="580921"/>
          </a:xfrm>
        </p:spPr>
        <p:txBody>
          <a:bodyPr rtlCol="0"/>
          <a:lstStyle/>
          <a:p>
            <a:pPr rtl="0"/>
            <a:r>
              <a:rPr lang="pt-BR" dirty="0"/>
              <a:t>Global Solution 2023/1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67918D4-91E4-D340-C31C-53E443807929}"/>
              </a:ext>
            </a:extLst>
          </p:cNvPr>
          <p:cNvSpPr txBox="1"/>
          <p:nvPr/>
        </p:nvSpPr>
        <p:spPr>
          <a:xfrm>
            <a:off x="5775157" y="4190395"/>
            <a:ext cx="41749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RM 93040 Kaique Carvalho da Silva</a:t>
            </a:r>
          </a:p>
          <a:p>
            <a:r>
              <a:rPr lang="pt-BR" dirty="0"/>
              <a:t>RM 94618 Enzo Vazquez Sartorelli </a:t>
            </a:r>
          </a:p>
          <a:p>
            <a:r>
              <a:rPr lang="pt-BR" dirty="0"/>
              <a:t>RM 84057 Guilherme Macario da Silva </a:t>
            </a:r>
          </a:p>
        </p:txBody>
      </p:sp>
      <p:pic>
        <p:nvPicPr>
          <p:cNvPr id="19" name="Áudio 18">
            <a:hlinkClick r:id="" action="ppaction://media"/>
            <a:extLst>
              <a:ext uri="{FF2B5EF4-FFF2-40B4-BE49-F238E27FC236}">
                <a16:creationId xmlns:a16="http://schemas.microsoft.com/office/drawing/2014/main" id="{B2E1AD72-DA38-BFA7-73CB-2EC4EF90EA8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10052304" y="4736351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9899232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119"/>
    </mc:Choice>
    <mc:Fallback>
      <p:transition spd="slow" advTm="611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Espaço Reservado para Imagem 13">
            <a:extLst>
              <a:ext uri="{FF2B5EF4-FFF2-40B4-BE49-F238E27FC236}">
                <a16:creationId xmlns:a16="http://schemas.microsoft.com/office/drawing/2014/main" id="{7E468295-904F-0743-AD06-67DA21353B9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4"/>
          <a:srcRect/>
          <a:stretch/>
        </p:blipFill>
        <p:spPr>
          <a:xfrm>
            <a:off x="0" y="-1"/>
            <a:ext cx="6096000" cy="6371351"/>
          </a:xfrm>
        </p:spPr>
      </p:pic>
      <p:sp>
        <p:nvSpPr>
          <p:cNvPr id="20" name="Retângulo 19" descr="Bloco em destaque">
            <a:extLst>
              <a:ext uri="{FF2B5EF4-FFF2-40B4-BE49-F238E27FC236}">
                <a16:creationId xmlns:a16="http://schemas.microsoft.com/office/drawing/2014/main" id="{EFA08948-2B6F-46B1-9D2D-8D7B2B3FB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775824" y="1762069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560F281-4FF6-4617-A809-AC9C15ECF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0606" y="1611081"/>
            <a:ext cx="6641900" cy="1124345"/>
          </a:xfrm>
        </p:spPr>
        <p:txBody>
          <a:bodyPr rtlCol="0"/>
          <a:lstStyle/>
          <a:p>
            <a:pPr rtl="0"/>
            <a:r>
              <a:rPr lang="pt-BR" sz="4000" dirty="0"/>
              <a:t>Danos de pragas em lavouras.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11DC577-0A95-47D0-95D9-5F8DA763D46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430606" y="2732201"/>
            <a:ext cx="6641626" cy="590155"/>
          </a:xfrm>
        </p:spPr>
        <p:txBody>
          <a:bodyPr rtlCol="0"/>
          <a:lstStyle/>
          <a:p>
            <a:pPr rtl="0"/>
            <a:r>
              <a:rPr lang="pt-BR" dirty="0"/>
              <a:t>Insecticidas e outros gases.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355C61F-C8F1-4977-8E1F-F16C0D9EA88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rtlCol="0"/>
          <a:lstStyle/>
          <a:p>
            <a:pPr marL="0" indent="0" rtl="0">
              <a:buNone/>
            </a:pPr>
            <a:r>
              <a:rPr lang="pt-BR" sz="2800" dirty="0"/>
              <a:t>Soluções quimicas.</a:t>
            </a:r>
          </a:p>
          <a:p>
            <a:pPr marL="0" indent="0" rtl="0">
              <a:buNone/>
            </a:pPr>
            <a:r>
              <a:rPr lang="pt-BR" sz="2800" dirty="0"/>
              <a:t>Soluções biologicas.</a:t>
            </a:r>
          </a:p>
          <a:p>
            <a:pPr marL="0" indent="0" rtl="0">
              <a:buNone/>
            </a:pPr>
            <a:r>
              <a:rPr lang="pt-BR" sz="2800" dirty="0"/>
              <a:t> </a:t>
            </a:r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1C554D9F-1895-486E-BFBA-905BB2D29E0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9775824" y="6371351"/>
            <a:ext cx="2416176" cy="432000"/>
          </a:xfrm>
        </p:spPr>
        <p:txBody>
          <a:bodyPr rtlCol="0"/>
          <a:lstStyle/>
          <a:p>
            <a:pPr rtl="0"/>
            <a:r>
              <a:rPr lang="pt-BR" dirty="0"/>
              <a:t>2</a:t>
            </a:r>
          </a:p>
        </p:txBody>
      </p:sp>
      <p:pic>
        <p:nvPicPr>
          <p:cNvPr id="24" name="Áudio 23">
            <a:hlinkClick r:id="" action="ppaction://media"/>
            <a:extLst>
              <a:ext uri="{FF2B5EF4-FFF2-40B4-BE49-F238E27FC236}">
                <a16:creationId xmlns:a16="http://schemas.microsoft.com/office/drawing/2014/main" id="{D87AD18B-55D1-9706-809F-27F3EA11DB5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8801020" y="346572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7220987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3358"/>
    </mc:Choice>
    <mc:Fallback>
      <p:transition spd="slow" advTm="3335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355C61F-C8F1-4977-8E1F-F16C0D9EA8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294774"/>
            <a:ext cx="5472000" cy="5373338"/>
          </a:xfrm>
        </p:spPr>
        <p:txBody>
          <a:bodyPr rtlCol="0"/>
          <a:lstStyle/>
          <a:p>
            <a:pPr marL="0" indent="0" algn="ctr" rtl="0">
              <a:buNone/>
            </a:pPr>
            <a:r>
              <a:rPr lang="pt-BR" sz="4400" b="1" dirty="0"/>
              <a:t>Exergética</a:t>
            </a:r>
          </a:p>
          <a:p>
            <a:pPr marL="0" indent="0" algn="ctr" rtl="0">
              <a:buNone/>
            </a:pPr>
            <a:endParaRPr lang="pt-BR" sz="4400" b="1" dirty="0"/>
          </a:p>
          <a:p>
            <a:pPr marL="0" indent="0" algn="ctr" rtl="0">
              <a:buNone/>
            </a:pPr>
            <a:endParaRPr lang="pt-BR" sz="2000" b="1" dirty="0"/>
          </a:p>
          <a:p>
            <a:pPr marL="0" indent="0" algn="ctr" rtl="0">
              <a:buNone/>
            </a:pPr>
            <a:endParaRPr lang="pt-BR" sz="2000" b="1" dirty="0"/>
          </a:p>
          <a:p>
            <a:pPr marL="0" indent="0" algn="ctr" rtl="0">
              <a:buNone/>
            </a:pPr>
            <a:endParaRPr lang="pt-BR" dirty="0"/>
          </a:p>
          <a:p>
            <a:pPr marL="0" indent="0" algn="ctr" rtl="0">
              <a:buNone/>
            </a:pPr>
            <a:endParaRPr lang="pt-BR" dirty="0"/>
          </a:p>
          <a:p>
            <a:pPr marL="0" indent="0" algn="ctr" rtl="0">
              <a:buNone/>
            </a:pPr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560F281-4FF6-4617-A809-AC9C15ECF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algn="l" rtl="0"/>
            <a:r>
              <a:rPr lang="pt-BR" sz="4800" dirty="0"/>
              <a:t>Analise Exergética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11DC577-0A95-47D0-95D9-5F8DA763D46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 rtlCol="0"/>
          <a:lstStyle/>
          <a:p>
            <a:pPr rtl="0"/>
            <a:r>
              <a:rPr lang="pt-BR" dirty="0"/>
              <a:t>União da primeira e segunda lei da termodinamica.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1C554D9F-1895-486E-BFBA-905BB2D29E0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9769642" y="6371350"/>
            <a:ext cx="2422358" cy="486649"/>
          </a:xfrm>
        </p:spPr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3</a:t>
            </a:fld>
            <a:endParaRPr lang="pt-BR" dirty="0"/>
          </a:p>
        </p:txBody>
      </p:sp>
      <p:pic>
        <p:nvPicPr>
          <p:cNvPr id="105" name="Áudio 104">
            <a:hlinkClick r:id="" action="ppaction://media"/>
            <a:extLst>
              <a:ext uri="{FF2B5EF4-FFF2-40B4-BE49-F238E27FC236}">
                <a16:creationId xmlns:a16="http://schemas.microsoft.com/office/drawing/2014/main" id="{BB4DDE58-FE0B-148E-D934-567252A9741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3297466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326"/>
    </mc:Choice>
    <mc:Fallback>
      <p:transition spd="slow" advTm="7032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5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Espaço Reservado para Imagem 10">
            <a:extLst>
              <a:ext uri="{FF2B5EF4-FFF2-40B4-BE49-F238E27FC236}">
                <a16:creationId xmlns:a16="http://schemas.microsoft.com/office/drawing/2014/main" id="{2E7ADBC3-DECA-9F4C-9289-9E43C727592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/>
          <a:stretch/>
        </p:blipFill>
        <p:spPr/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5700" y="3279446"/>
            <a:ext cx="5956300" cy="1944000"/>
          </a:xfrm>
        </p:spPr>
        <p:txBody>
          <a:bodyPr rtlCol="0"/>
          <a:lstStyle/>
          <a:p>
            <a:pPr rtl="0"/>
            <a:r>
              <a:rPr lang="pt-BR" sz="5400" dirty="0"/>
              <a:t>Controle climático e verificação do solo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BDD5A594-D852-43BB-B591-E9D902725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80588" y="6371351"/>
            <a:ext cx="2411412" cy="432000"/>
          </a:xfrm>
        </p:spPr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4</a:t>
            </a:fld>
            <a:endParaRPr lang="pt-BR" dirty="0"/>
          </a:p>
        </p:txBody>
      </p:sp>
      <p:pic>
        <p:nvPicPr>
          <p:cNvPr id="65" name="Áudio 64">
            <a:hlinkClick r:id="" action="ppaction://media"/>
            <a:extLst>
              <a:ext uri="{FF2B5EF4-FFF2-40B4-BE49-F238E27FC236}">
                <a16:creationId xmlns:a16="http://schemas.microsoft.com/office/drawing/2014/main" id="{E7DB5BEE-A2DC-666F-2AEB-13D5933CDBA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9213850" y="54649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0916746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6221"/>
    </mc:Choice>
    <mc:Fallback>
      <p:transition spd="slow" advTm="4622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5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304E83-A4F0-49C5-BB01-F5773509A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Equilibrio termico e analise energética</a:t>
            </a:r>
          </a:p>
        </p:txBody>
      </p:sp>
      <p:sp>
        <p:nvSpPr>
          <p:cNvPr id="12" name="Retângulo 11" descr="Bloco em destaque à esquerda">
            <a:extLst>
              <a:ext uri="{FF2B5EF4-FFF2-40B4-BE49-F238E27FC236}">
                <a16:creationId xmlns:a16="http://schemas.microsoft.com/office/drawing/2014/main" id="{7F65E93D-09FF-42EE-B9DD-7506389666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800" y="2100317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AB259A0-0017-492F-A0DC-4B70C7052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2442934"/>
            <a:ext cx="5472000" cy="360000"/>
          </a:xfrm>
        </p:spPr>
        <p:txBody>
          <a:bodyPr rtlCol="0"/>
          <a:lstStyle/>
          <a:p>
            <a:pPr rtl="0"/>
            <a:r>
              <a:rPr lang="pt-BR" dirty="0"/>
              <a:t>Termodinâmica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CEEB3BAE-C0B2-447C-B8BE-96C6BD84D6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2950767"/>
            <a:ext cx="5459984" cy="2800327"/>
          </a:xfrm>
        </p:spPr>
        <p:txBody>
          <a:bodyPr rtlCol="0"/>
          <a:lstStyle/>
          <a:p>
            <a:pPr marL="0" indent="0" rtl="0">
              <a:buNone/>
            </a:pPr>
            <a:r>
              <a:rPr lang="pt-BR" b="1" dirty="0"/>
              <a:t>Sistema termodinâmico</a:t>
            </a:r>
            <a:br>
              <a:rPr lang="pt-BR" b="1" dirty="0"/>
            </a:br>
            <a:br>
              <a:rPr lang="pt-BR" b="1" dirty="0"/>
            </a:br>
            <a:r>
              <a:rPr lang="pt-BR" b="1" dirty="0"/>
              <a:t>Estado termodinâmico</a:t>
            </a:r>
          </a:p>
          <a:p>
            <a:pPr marL="0" indent="0" rtl="0">
              <a:buNone/>
            </a:pPr>
            <a:r>
              <a:rPr lang="pt-BR" b="1" dirty="0"/>
              <a:t>Temperatura</a:t>
            </a:r>
          </a:p>
          <a:p>
            <a:pPr marL="0" indent="0" rtl="0">
              <a:buNone/>
            </a:pPr>
            <a:r>
              <a:rPr lang="pt-BR" b="1" dirty="0"/>
              <a:t>Equilíbrio termodinâmico</a:t>
            </a:r>
          </a:p>
        </p:txBody>
      </p:sp>
      <p:cxnSp>
        <p:nvCxnSpPr>
          <p:cNvPr id="11" name="Conector reto 10" descr="Divisor de slide">
            <a:extLst>
              <a:ext uri="{FF2B5EF4-FFF2-40B4-BE49-F238E27FC236}">
                <a16:creationId xmlns:a16="http://schemas.microsoft.com/office/drawing/2014/main" id="{5A563457-1EC8-4978-BCCB-AFD88C9ED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096000" y="2363035"/>
            <a:ext cx="0" cy="241133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tângulo 12" descr="Barra em destaque à direita&#10;">
            <a:extLst>
              <a:ext uri="{FF2B5EF4-FFF2-40B4-BE49-F238E27FC236}">
                <a16:creationId xmlns:a16="http://schemas.microsoft.com/office/drawing/2014/main" id="{A7CD04AE-9A8B-4DED-855D-F51B510D0B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99887" y="2100317"/>
            <a:ext cx="1984175" cy="1148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pt-BR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B237D1CA-B91A-410E-A968-D017BBE99F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0" y="2443459"/>
            <a:ext cx="5472000" cy="358775"/>
          </a:xfrm>
        </p:spPr>
        <p:txBody>
          <a:bodyPr rtlCol="0"/>
          <a:lstStyle/>
          <a:p>
            <a:pPr rtl="0"/>
            <a:r>
              <a:rPr lang="pt-BR" dirty="0"/>
              <a:t>Analise energética</a:t>
            </a:r>
          </a:p>
        </p:txBody>
      </p: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id="{E6AC9832-FB01-464A-9824-61887B77997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9793705" y="6371351"/>
            <a:ext cx="2398295" cy="432000"/>
          </a:xfrm>
        </p:spPr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5</a:t>
            </a:fld>
            <a:endParaRPr lang="pt-BR" dirty="0"/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EE7E94F7-BE67-CFE2-36FC-AE4D769088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7141" y="2802234"/>
            <a:ext cx="5142649" cy="3039938"/>
          </a:xfrm>
          <a:prstGeom prst="rect">
            <a:avLst/>
          </a:prstGeom>
        </p:spPr>
      </p:pic>
      <p:pic>
        <p:nvPicPr>
          <p:cNvPr id="31" name="Áudio 30">
            <a:hlinkClick r:id="" action="ppaction://media"/>
            <a:extLst>
              <a:ext uri="{FF2B5EF4-FFF2-40B4-BE49-F238E27FC236}">
                <a16:creationId xmlns:a16="http://schemas.microsoft.com/office/drawing/2014/main" id="{7E299E06-27E4-CD80-B33C-CAD9063E2CD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1888378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5061"/>
    </mc:Choice>
    <mc:Fallback>
      <p:transition spd="slow" advTm="9506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1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Espaço Reservado para Imagem 31" descr="mãos aplaudindo">
            <a:extLst>
              <a:ext uri="{FF2B5EF4-FFF2-40B4-BE49-F238E27FC236}">
                <a16:creationId xmlns:a16="http://schemas.microsoft.com/office/drawing/2014/main" id="{AAB6EE12-FEF8-FB41-A909-0DA61D7725C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4" name="Título 13">
            <a:extLst>
              <a:ext uri="{FF2B5EF4-FFF2-40B4-BE49-F238E27FC236}">
                <a16:creationId xmlns:a16="http://schemas.microsoft.com/office/drawing/2014/main" id="{6C38D7A9-9299-4108-BB08-026F4B9CAE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pt-BR" dirty="0"/>
              <a:t>Obrigado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1265965-2271-4C1C-BD0A-6F85F80FF9A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50A3BCC3-A277-4C0B-9EBA-EB53990D8EB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FD8A1232-50A8-4535-AAF9-7F4180EAA0D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12" name="Espaço Reservado para o Número do Slide 11">
            <a:extLst>
              <a:ext uri="{FF2B5EF4-FFF2-40B4-BE49-F238E27FC236}">
                <a16:creationId xmlns:a16="http://schemas.microsoft.com/office/drawing/2014/main" id="{91814EC9-246A-4C6E-941E-5774FE72F08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9780102" y="6371351"/>
            <a:ext cx="2411898" cy="432000"/>
          </a:xfrm>
        </p:spPr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6</a:t>
            </a:fld>
            <a:endParaRPr lang="pt-BR" dirty="0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5B48735A-BFA0-EA05-FB43-1BEFA5242D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36783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Custom 129">
      <a:dk1>
        <a:sysClr val="windowText" lastClr="000000"/>
      </a:dk1>
      <a:lt1>
        <a:srgbClr val="FFFFFF"/>
      </a:lt1>
      <a:dk2>
        <a:srgbClr val="3F3F3F"/>
      </a:dk2>
      <a:lt2>
        <a:srgbClr val="F2F2F2"/>
      </a:lt2>
      <a:accent1>
        <a:srgbClr val="25C6E3"/>
      </a:accent1>
      <a:accent2>
        <a:srgbClr val="E80554"/>
      </a:accent2>
      <a:accent3>
        <a:srgbClr val="A9E26F"/>
      </a:accent3>
      <a:accent4>
        <a:srgbClr val="EAD000"/>
      </a:accent4>
      <a:accent5>
        <a:srgbClr val="1A0F49"/>
      </a:accent5>
      <a:accent6>
        <a:srgbClr val="FF4A01"/>
      </a:accent6>
      <a:hlink>
        <a:srgbClr val="25C6E3"/>
      </a:hlink>
      <a:folHlink>
        <a:srgbClr val="25C6E3"/>
      </a:folHlink>
    </a:clrScheme>
    <a:fontScheme name="Custom 149">
      <a:majorFont>
        <a:latin typeface="Corbel"/>
        <a:ea typeface=""/>
        <a:cs typeface=""/>
      </a:majorFont>
      <a:minorFont>
        <a:latin typeface="Candar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19715358_TF16411250.potx" id="{ADA3E8C3-89B5-42F4-B40B-445B02320158}" vid="{73F44004-0E06-4849-A377-12E0D1D74C94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9" ma:contentTypeDescription="Create a new document." ma:contentTypeScope="" ma:versionID="76e25e1730b4532ab1d5e5b131a96a5a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d1e9281a84c4949647088091c718de3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B64A4C9D-F801-4923-BC6D-E0006F51233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B2218FC-8412-44B9-9E82-D51F1F531141}">
  <ds:schemaRefs>
    <ds:schemaRef ds:uri="http://purl.org/dc/elements/1.1/"/>
    <ds:schemaRef ds:uri="http://schemas.microsoft.com/sharepoint/v3"/>
    <ds:schemaRef ds:uri="http://schemas.microsoft.com/office/2006/documentManagement/types"/>
    <ds:schemaRef ds:uri="fb0879af-3eba-417a-a55a-ffe6dcd6ca77"/>
    <ds:schemaRef ds:uri="http://schemas.microsoft.com/office/2006/metadata/properties"/>
    <ds:schemaRef ds:uri="http://schemas.microsoft.com/office/infopath/2007/PartnerControls"/>
    <ds:schemaRef ds:uri="6dc4bcd6-49db-4c07-9060-8acfc67cef9f"/>
    <ds:schemaRef ds:uri="http://www.w3.org/XML/1998/namespace"/>
    <ds:schemaRef ds:uri="http://schemas.openxmlformats.org/package/2006/metadata/core-properties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{AE325858-5754-4059-A4D2-A0487DA8F345}tf16411250_win32</Template>
  <TotalTime>391</TotalTime>
  <Words>85</Words>
  <Application>Microsoft Office PowerPoint</Application>
  <PresentationFormat>Ecrã Panorâmico</PresentationFormat>
  <Paragraphs>31</Paragraphs>
  <Slides>6</Slides>
  <Notes>1</Notes>
  <HiddenSlides>0</HiddenSlides>
  <MMClips>5</MMClips>
  <ScaleCrop>false</ScaleCrop>
  <HeadingPairs>
    <vt:vector size="6" baseType="variant">
      <vt:variant>
        <vt:lpstr>Tipos de letra usados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6</vt:i4>
      </vt:variant>
    </vt:vector>
  </HeadingPairs>
  <TitlesOfParts>
    <vt:vector size="13" baseType="lpstr">
      <vt:lpstr>Arial</vt:lpstr>
      <vt:lpstr>Calibri</vt:lpstr>
      <vt:lpstr>Candara</vt:lpstr>
      <vt:lpstr>Corbel</vt:lpstr>
      <vt:lpstr>Gotham HTF Bold</vt:lpstr>
      <vt:lpstr>Times New Roman</vt:lpstr>
      <vt:lpstr>Tema do Office</vt:lpstr>
      <vt:lpstr>TERMODINÂMICA, ELETRICIDADE E MAGNETISMO</vt:lpstr>
      <vt:lpstr>Danos de pragas em lavouras.</vt:lpstr>
      <vt:lpstr>Analise Exergética</vt:lpstr>
      <vt:lpstr>Controle climático e verificação do solo</vt:lpstr>
      <vt:lpstr>Equilibrio termico e analise energética</vt:lpstr>
      <vt:lpstr>Obrigado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TERMODINÂMICA, ELETRICIDADE E MAGNETISMO</dc:title>
  <dc:creator>Guilherme Macario da Silva</dc:creator>
  <cp:lastModifiedBy>Guilherme Macario da Silva</cp:lastModifiedBy>
  <cp:revision>2</cp:revision>
  <dcterms:created xsi:type="dcterms:W3CDTF">2023-06-02T18:23:37Z</dcterms:created>
  <dcterms:modified xsi:type="dcterms:W3CDTF">2023-06-03T00:55:25Z</dcterms:modified>
</cp:coreProperties>
</file>